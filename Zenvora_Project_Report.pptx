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6473952"/>
            <a:ext cx="11247120" cy="0"/>
          </a:xfrm>
          <a:prstGeom prst="line">
            <a:avLst/>
          </a:prstGeom>
          <a:noFill/>
          <a:ln w="10160">
            <a:solidFill>
              <a:srgbClr val="DEDD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777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ZENVORA  /  PROJECT REPORT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5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6642"/>
          </a:solidFill>
          <a:ln w="12700">
            <a:solidFill>
              <a:srgbClr val="C566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6F5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832104" y="1965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6F5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ZENVORA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50392" y="281635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6E8DF"/>
                </a:solidFill>
              </a:rPr>
              <a:t>Single-page e-commerce website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6E8DF"/>
                </a:solidFill>
              </a:rPr>
              <a:t>with inventory management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7DED1"/>
                </a:solidFill>
              </a:rPr>
              <a:t>PROJECT REPORT  /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5F0"/>
                </a:solidFill>
              </a:rPr>
              <a:t>Submitted by: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5F0"/>
                </a:solidFill>
              </a:rPr>
              <a:t>Class / Roll No.: ____________________</a:t>
            </a:r>
            <a:endParaRPr lang="en-US" sz="1200" dirty="0"/>
          </a:p>
        </p:txBody>
      </p:sp>
      <p:pic>
        <p:nvPicPr>
          <p:cNvPr id="8" name="Image 0" descr="/Users/deeporiontechnology/Desktop/E-Commerce/E-Commerce/assignment-assets/store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4540" y="731520"/>
            <a:ext cx="22047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01 /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A small online shop concept with a built-in stock room for the shop owner.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00253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20240"/>
            <a:ext cx="5559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92A24"/>
                </a:solidFill>
              </a:rPr>
              <a:t>Brand: Zenvora, a curated everyday-goods store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633472"/>
            <a:ext cx="5559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92A24"/>
                </a:solidFill>
              </a:rPr>
              <a:t>Customer side: browse, filter, sort, and add products to a bag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346704"/>
            <a:ext cx="5559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92A24"/>
                </a:solidFill>
              </a:rPr>
              <a:t>Admin side: add products, search stock, and adjust quantities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142232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059936"/>
            <a:ext cx="55595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92A24"/>
                </a:solidFill>
              </a:rPr>
              <a:t>Built with HTML, CSS, and JavaScript; browser storage keeps demo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0" y="1965960"/>
            <a:ext cx="3977640" cy="2331720"/>
          </a:xfrm>
          <a:prstGeom prst="rect">
            <a:avLst>
              <a:gd name="adj" fmla="val 1961"/>
            </a:avLst>
          </a:prstGeom>
          <a:solidFill>
            <a:srgbClr val="E8E7DF"/>
          </a:solidFill>
          <a:ln w="12700">
            <a:solidFill>
              <a:srgbClr val="DE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267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56642"/>
                </a:solidFill>
              </a:rPr>
              <a:t>PROJECT AIM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35240" y="2670048"/>
            <a:ext cx="32461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92A24"/>
                </a:solidFill>
              </a:rPr>
              <a:t>Make the shopping experience and day-to-day stock updates feel like parts of one simple tool.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" y="530352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6F"/>
                </a:solidFill>
              </a:rPr>
              <a:t>The current demo saves data in this browser only. It is not connected to a real database or payment service.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02 /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wanted to build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I planned the main customer journey and the basic store-owner workflow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542032" cy="2304288"/>
          </a:xfrm>
          <a:prstGeom prst="rect">
            <a:avLst/>
          </a:prstGeom>
          <a:solidFill>
            <a:srgbClr val="EEEDE7"/>
          </a:solidFill>
          <a:ln w="10160">
            <a:solidFill>
              <a:srgbClr val="DEDD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642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A24"/>
                </a:solidFill>
              </a:rPr>
              <a:t>Shop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2139696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76F"/>
                </a:solidFill>
              </a:rPr>
              <a:t>A clear landing section, product categories, and a scannable product grid.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8728" y="2103120"/>
            <a:ext cx="2542032" cy="2304288"/>
          </a:xfrm>
          <a:prstGeom prst="rect">
            <a:avLst/>
          </a:prstGeom>
          <a:solidFill>
            <a:srgbClr val="EEEDE7"/>
          </a:solidFill>
          <a:ln w="10160">
            <a:solidFill>
              <a:srgbClr val="DED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64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1608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A24"/>
                </a:solidFill>
              </a:rPr>
              <a:t>Bag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21608" y="3218688"/>
            <a:ext cx="2139696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76F"/>
                </a:solidFill>
              </a:rPr>
              <a:t>Quick add, quantity controls, and a subtotal that updates with the bag.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91656" y="2103120"/>
            <a:ext cx="2542032" cy="2304288"/>
          </a:xfrm>
          <a:prstGeom prst="rect">
            <a:avLst/>
          </a:prstGeom>
          <a:solidFill>
            <a:srgbClr val="E4E9E1"/>
          </a:solidFill>
          <a:ln w="10160">
            <a:solidFill>
              <a:srgbClr val="DE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642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74536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A24"/>
                </a:solidFill>
              </a:rPr>
              <a:t>Stock room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74536" y="3218688"/>
            <a:ext cx="2139696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76F"/>
                </a:solidFill>
              </a:rPr>
              <a:t>Inventory totals, stock statuses, search, and quantity adjustment.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44584" y="2103120"/>
            <a:ext cx="2542032" cy="2304288"/>
          </a:xfrm>
          <a:prstGeom prst="rect">
            <a:avLst/>
          </a:prstGeom>
          <a:solidFill>
            <a:srgbClr val="EEEDE7"/>
          </a:solidFill>
          <a:ln w="10160">
            <a:solidFill>
              <a:srgbClr val="DE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7464" y="2286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642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7464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A24"/>
                </a:solidFill>
              </a:rPr>
              <a:t>Finish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27464" y="3218688"/>
            <a:ext cx="2139696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76F"/>
                </a:solidFill>
              </a:rPr>
              <a:t>Responsive layouts, local persistence, and a project hand-in checklist.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03 / PROMPT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used to shape the website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Lovable-style prompt used as the starting brief for the interface.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0744200" cy="3337560"/>
          </a:xfrm>
          <a:prstGeom prst="rect">
            <a:avLst/>
          </a:prstGeom>
          <a:solidFill>
            <a:srgbClr val="EEEDE7"/>
          </a:solidFill>
          <a:ln w="12700">
            <a:solidFill>
              <a:srgbClr val="DEDD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21408"/>
            <a:ext cx="101041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29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“Build a responsive, single-page e-commerce website for a curated everyday-goods brand called Zenvora. Use a warm editorial visual style, product filters and sorting, an add-to-bag interaction, and a separate inventory management panel. The inventory panel should show product count, stock value, low-stock and out-of-stock totals, searchable products, stock adjustment controls, and an add-product form. Use accessible controls, realistic sample products, and local browser storage for this prototype. Keep the customer storefront and inventory dashboard easy to switch between.”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546811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6F"/>
                </a:solidFill>
              </a:rPr>
              <a:t>The actual project is implemented with plain HTML, CSS, and JavaScript.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04 / CUSTOMER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storefront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 product list can be browsed by category and sorted by price or name.</a:t>
            </a:r>
            <a:endParaRPr lang="en-US" sz="1100" dirty="0"/>
          </a:p>
        </p:txBody>
      </p:sp>
      <p:pic>
        <p:nvPicPr>
          <p:cNvPr id="5" name="Image 0" descr="/Users/deeporiontechnology/Desktop/E-Commerce/E-Commerce/assignment-assets/store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079" y="1755648"/>
            <a:ext cx="1771187" cy="4370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232257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0488" y="2240280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Zenvora storefront and brand identity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89320" y="3035808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0488" y="2953512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Eight sample products across three categories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3749040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3666744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Quick add-to-bag interaction and quantity controls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9320" y="4462272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0488" y="4379976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Story and newsletter sections complete the single-page layout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05 / STORE OWNER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management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 Manage button opens a working stock panel alongside the customer shop.</a:t>
            </a:r>
            <a:endParaRPr lang="en-US" sz="1100" dirty="0"/>
          </a:p>
        </p:txBody>
      </p:sp>
      <p:pic>
        <p:nvPicPr>
          <p:cNvPr id="5" name="Image 0" descr="/Users/deeporiontechnology/Desktop/E-Commerce/E-Commerce/assignment-assets/inventory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524" y="1719072"/>
            <a:ext cx="3176112" cy="4416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223113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30568" y="2148840"/>
            <a:ext cx="469087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Inventory value is calculated from price × stock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29400" y="2953512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0568" y="2871216"/>
            <a:ext cx="469087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Low stock is fewer than 8 units; zero units is out of stock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29400" y="3675888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0568" y="3593592"/>
            <a:ext cx="469087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Search and stock-status filters narrow the product table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29400" y="4398264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4315968"/>
            <a:ext cx="469087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Plus/minus controls update quantities; the form adds products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06 / LOCAL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and test the project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These are the commands used from the project folder.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920240"/>
            <a:ext cx="320040" cy="320040"/>
          </a:xfrm>
          <a:prstGeom prst="ellipse">
            <a:avLst/>
          </a:prstGeom>
          <a:solidFill>
            <a:srgbClr val="43584A"/>
          </a:solidFill>
          <a:ln w="12700">
            <a:solidFill>
              <a:srgbClr val="435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A24"/>
                </a:solidFill>
              </a:rPr>
              <a:t>Install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874520"/>
            <a:ext cx="37490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84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install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724912"/>
            <a:ext cx="320040" cy="320040"/>
          </a:xfrm>
          <a:prstGeom prst="ellipse">
            <a:avLst/>
          </a:prstGeom>
          <a:solidFill>
            <a:srgbClr val="43584A"/>
          </a:solidFill>
          <a:ln w="12700">
            <a:solidFill>
              <a:srgbClr val="435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7706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6791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A24"/>
                </a:solidFill>
              </a:rPr>
              <a:t>Start locally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84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529584"/>
            <a:ext cx="320040" cy="320040"/>
          </a:xfrm>
          <a:prstGeom prst="ellipse">
            <a:avLst/>
          </a:prstGeom>
          <a:solidFill>
            <a:srgbClr val="43584A"/>
          </a:solidFill>
          <a:ln w="12700">
            <a:solidFill>
              <a:srgbClr val="435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575304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A24"/>
                </a:solidFill>
              </a:rPr>
              <a:t>Create production 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483864"/>
            <a:ext cx="37490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84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build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" y="4334256"/>
            <a:ext cx="320040" cy="320040"/>
          </a:xfrm>
          <a:prstGeom prst="ellipse">
            <a:avLst/>
          </a:prstGeom>
          <a:solidFill>
            <a:srgbClr val="43584A"/>
          </a:solidFill>
          <a:ln w="12700">
            <a:solidFill>
              <a:srgbClr val="435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37997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2885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2A24"/>
                </a:solidFill>
              </a:rPr>
              <a:t>Generate report files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4288536"/>
            <a:ext cx="37490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84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docs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55778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 site uses a Vite dev server. The generated dist/ folder is the deployment output.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07 / GITHUB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 the code on GitHub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 project has a GitHub origin configured. Push access depends on account authentication.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1109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828800"/>
            <a:ext cx="6336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Open the project folder in VS Code and review the files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69464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87168"/>
            <a:ext cx="6336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Run: git add 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227832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145536"/>
            <a:ext cx="6336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Run: git commit -m "Build Zenvora store and inventory panel"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803904"/>
            <a:ext cx="6336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Run: git push -u origin main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544568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462272"/>
            <a:ext cx="6336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92A24"/>
                </a:solidFill>
              </a:rPr>
              <a:t>Confirm the latest commit appears in the GitHub repository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2011680"/>
            <a:ext cx="3246120" cy="2468880"/>
          </a:xfrm>
          <a:prstGeom prst="rect">
            <a:avLst/>
          </a:prstGeom>
          <a:solidFill>
            <a:srgbClr val="E9EAE2"/>
          </a:solidFill>
          <a:ln w="12700">
            <a:solidFill>
              <a:srgbClr val="DEDD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7776F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6448" y="2724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3584A"/>
                </a:solidFill>
              </a:rPr>
              <a:t>github.com/Sujal9r/E-Commerce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56448" y="3566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6F"/>
                </a:solidFill>
              </a:rPr>
              <a:t>A remote is configured, but no commit or push has been made from this workspace.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08 / VERCEL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with Vercel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Connect the GitHub repository to Vercel to get a public website link.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86537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78308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Sign in to Vercel with the GitHub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50545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42316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Choose Add New → Project, then import Sujal9r/E-Commerce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14553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06324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Framework preset: Vite; build command: npm run build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78561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70332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Output directory: dist; keep the root directory as the project root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42569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34340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Select Deploy and wait for the build to finish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506577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983480"/>
            <a:ext cx="7114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Copy the generated Production URL into the assignment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58200" y="2176272"/>
            <a:ext cx="2560320" cy="2148840"/>
          </a:xfrm>
          <a:prstGeom prst="rect">
            <a:avLst/>
          </a:prstGeom>
          <a:solidFill>
            <a:srgbClr val="E6E9E2"/>
          </a:solidFill>
          <a:ln w="12700">
            <a:solidFill>
              <a:srgbClr val="DE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56642"/>
                </a:solidFill>
              </a:rPr>
              <a:t>LIVE WEBSITE URL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32520" y="29077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92A24"/>
                </a:solidFill>
              </a:rPr>
              <a:t>Pending Vercel deployment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32520" y="3730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6F"/>
                </a:solidFill>
              </a:rPr>
              <a:t>Paste the real URL here after publishing.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09 / DRIVE AND SUBMISSION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 the files with your teacher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Upload the finished PDF and PPTX to your own Google Drive account.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29384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847088"/>
            <a:ext cx="67939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Open drive.google.com and upload Zenvora_Project_Report.pdf and .pptx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633472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51176"/>
            <a:ext cx="67939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For each file, open Share → General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255264"/>
            <a:ext cx="67939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Choose “Anyone with the link” and set Viewer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41648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959352"/>
            <a:ext cx="67939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Copy each share link and test it in a private browser window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74573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663440"/>
            <a:ext cx="67939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92A24"/>
                </a:solidFill>
              </a:rPr>
              <a:t>Paste the real website URL and both Drive links into the assignment description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2926080" cy="2240280"/>
          </a:xfrm>
          <a:prstGeom prst="rect">
            <a:avLst/>
          </a:prstGeom>
          <a:solidFill>
            <a:srgbClr val="EEEDE7"/>
          </a:solidFill>
          <a:ln w="12700">
            <a:solidFill>
              <a:srgbClr val="DEDD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4414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56642"/>
                </a:solidFill>
              </a:rPr>
              <a:t>ASSIGNMENT LINKS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28529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92A24"/>
                </a:solidFill>
              </a:rPr>
              <a:t>Website: [paste Vercel URL]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92A24"/>
                </a:solidFill>
              </a:rPr>
              <a:t>PDF: [paste Drive link]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92A24"/>
                </a:solidFill>
              </a:rPr>
              <a:t>PPT: [paste Drive link]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57150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6F"/>
                </a:solidFill>
              </a:rPr>
              <a:t>These links are placeholders until the files are published from the owner’s accounts.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C56642"/>
                </a:solidFill>
              </a:rPr>
              <a:t>10 /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9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280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6F"/>
                </a:solidFill>
              </a:rPr>
              <a:t>The prototype is ready locally; public hosting and Drive sharing are the remaining account steps.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213969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2057400"/>
            <a:ext cx="9582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92A24"/>
                </a:solidFill>
              </a:rPr>
              <a:t>Connected the storefront with basic inventory updates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91693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834640"/>
            <a:ext cx="9582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92A24"/>
                </a:solidFill>
              </a:rPr>
              <a:t>Used browser storage to retain demo products and the shopping bag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69417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611880"/>
            <a:ext cx="9582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92A24"/>
                </a:solidFill>
              </a:rPr>
              <a:t>Added Git ignore rules for secrets, dependencies, and generated build 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471416"/>
            <a:ext cx="82296" cy="82296"/>
          </a:xfrm>
          <a:prstGeom prst="ellipse">
            <a:avLst/>
          </a:prstGeom>
          <a:solidFill>
            <a:srgbClr val="C56642"/>
          </a:solidFill>
          <a:ln w="12700">
            <a:solidFill>
              <a:srgbClr val="C5664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4389120"/>
            <a:ext cx="9582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92A24"/>
                </a:solidFill>
              </a:rPr>
              <a:t>Next improvement: use a database, secure admin login, and a real checkout provider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5623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584A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Zenvora Project Report</dc:title>
  <dc:subject>Single-page e-commerce website with inventory management</dc:subject>
  <dc:creator>Student</dc:creator>
  <cp:lastModifiedBy>Student</cp:lastModifiedBy>
  <cp:revision>1</cp:revision>
  <dcterms:created xsi:type="dcterms:W3CDTF">2026-10-05T17:31:45Z</dcterms:created>
  <dcterms:modified xsi:type="dcterms:W3CDTF">2026-10-05T17:31:45Z</dcterms:modified>
</cp:coreProperties>
</file>